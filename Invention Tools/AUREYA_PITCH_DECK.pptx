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AUREYA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CCCCC"/>
                </a:solidFill>
              </a:defRPr>
            </a:pPr>
            <a:r>
              <a:t>The Planetary Operating System for AI-Native Enterprises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Andrew Franklin Leo | Founder &amp; Systems Architect | March 2026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213E"/>
                </a:solidFill>
              </a:defRPr>
            </a:pPr>
            <a:r>
              <a:t>The global economy runs on 100,000+ industry classification codes. Every code contains entropy — chokepoints, bottlenecks, pain points, and systemic risks that cost trillions annually. No system maps, metabolizes, or monetizes this entropy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6400800" cy="128016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94560"/>
                </a:solidFill>
              </a:defRPr>
            </a:pPr>
            <a:r>
              <a:t>$4.7T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7763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Estimated annual cost of organizational entropy across G20 economies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94560"/>
                </a:solidFill>
              </a:defRPr>
            </a:pPr>
            <a:r>
              <a:t>Entropy is not waste.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6213E"/>
                </a:solidFill>
              </a:defRPr>
            </a:pPr>
            <a:r>
              <a:t>It is fuel.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Every pain point is a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Every bottleneck is a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2E"/>
                </a:solidFill>
              </a:defRPr>
            </a:pPr>
            <a:r>
              <a:t>Every chokepoint is a company.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6213E"/>
                </a:solidFill>
              </a:defRPr>
            </a:pPr>
            <a:r>
              <a:t>Aureya converts entropy into AI-Native Enterprises — autonomous, sovereign, and profitable.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What is Aureya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6213E"/>
                </a:solidFill>
              </a:defRPr>
            </a:pPr>
            <a:r>
              <a:t>A civilization-scale infrastructure that coordinates economic activity, knowledge creation, ecosystems, and governance across 250 countries through AI-Native Enterprises (AINEs).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Four Pillars: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AINEFF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97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Constitutional Framework (Immutable Laws)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AINEF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154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Enterprise Factory (Creates AINEs)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AINEG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11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Geographic Coordination (250 Countries)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069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Operational Enterprise (Executes Work)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Fractal Pattern — Same logic at every scale: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4560"/>
                </a:solidFill>
              </a:defRPr>
            </a:pPr>
            <a:r>
              <a:t>AINEFF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19072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Constitutional Framework (Immutable Laws)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16213E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4560"/>
                </a:solidFill>
              </a:defRPr>
            </a:pPr>
            <a:r>
              <a:t>AINEF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13432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Enterprise Factory (Creates AINEs)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0779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4560"/>
                </a:solidFill>
              </a:defRPr>
            </a:pPr>
            <a:r>
              <a:t>AINEG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07792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Geographic Coordination (250 Countries)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16213E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02152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4560"/>
                </a:solidFill>
              </a:defRPr>
            </a:pPr>
            <a:r>
              <a:t>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502152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Operational Enterprise (Executes Work)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16213E"/>
                </a:solidFill>
              </a:defRPr>
            </a:pPr>
            <a:r>
              <a:t>Atom → Molecule → Organ → Organism → Species → Ecosystem → Sanctuary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What We've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94560"/>
                </a:solidFill>
              </a:defRPr>
            </a:pPr>
            <a:r>
              <a:t>Not slides. Not plans. Working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Sovereign Matrix: 10,119 codes, 16 classification systems, 8 entropy dimensions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Tower Control Dashboard: 7-engine operational nerve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Planetary Architecture: 15-section deployment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Platform Generation: 7.2 billion+ addressable platform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Arisea Deployment Kit: Turnkey community launcher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7.2 Billion Platform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6213E"/>
                </a:solidFill>
              </a:defRPr>
            </a:pPr>
            <a:r>
              <a:t>100,000+ codes × 8 entropy dimensions × 12 business functions × 50+ processes × 15+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51760"/>
            <a:ext cx="6400800" cy="164592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64008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Every intersection is a platform. Every platform is an AINE. Every AINE generates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How AINEs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An AINE is a sovereign AI-native enterprise that detects entropy, builds solutions, and generates revenue — autonomously.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Lifecycle: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1234440" cy="4572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Detect</a:t>
            </a:r>
            <a:br/>
            <a:r>
              <a:t>Entropy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423160"/>
            <a:ext cx="1234440" cy="457200"/>
          </a:xfrm>
          <a:prstGeom prst="rect">
            <a:avLst/>
          </a:prstGeom>
          <a:solidFill>
            <a:srgbClr val="533483"/>
          </a:solidFill>
          <a:ln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423160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Classify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423160"/>
            <a:ext cx="1234440" cy="4572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Deploy</a:t>
            </a:r>
            <a:br/>
            <a:r>
              <a:t>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423160"/>
            <a:ext cx="1234440" cy="457200"/>
          </a:xfrm>
          <a:prstGeom prst="rect">
            <a:avLst/>
          </a:prstGeom>
          <a:solidFill>
            <a:srgbClr val="533483"/>
          </a:solidFill>
          <a:ln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423160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Resolve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423160"/>
            <a:ext cx="1234440" cy="4572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423160"/>
            <a:ext cx="1234440" cy="457200"/>
          </a:xfrm>
          <a:prstGeom prst="rect">
            <a:avLst/>
          </a:prstGeom>
          <a:solidFill>
            <a:srgbClr val="533483"/>
          </a:solidFill>
          <a:ln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423160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Evolve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16213E"/>
                </a:solidFill>
              </a:defRPr>
            </a:pPr>
            <a:r>
              <a:t>AINEs combine into coalitions, species, ecosystems, and sanctuaries — creating compounding organizational intelligence.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Arisea — Community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6213E"/>
                </a:solidFill>
              </a:defRPr>
            </a:pPr>
            <a:r>
              <a:t>Aureya deploys through Arisea — sovereign community nodes operated by local leaders.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Each Arisea is a franchise of the Aureya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Communities maintain full sovereignty over data, governance, and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• Any community, culture, demography, or society can launch an Arisea instance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When a brand name becomes a verb for progress, you've built something rare.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Three Revenue Layers: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Direct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Sovereign Matrix data licenses ($2.5K-$25K+), vertical intelligence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2316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Platform Fees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23160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Transaction fees across 7 marketplace variants (2-5%)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Infrastructure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00400"/>
            <a:ext cx="5943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6213E"/>
                </a:solidFill>
              </a:defRPr>
            </a:pPr>
            <a:r>
              <a:t>Arisea deployment licenses, API access, enterprise integration fees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94560"/>
                </a:solidFill>
              </a:defRPr>
            </a:pPr>
            <a:r>
              <a:t>Revenue Split: Operator 70% | Aureya Infrastructure 20% | Governance Fund 10%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Phase 1 (Now)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0972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Frankmax Digital sells Sovereign Matrix to consulting firms, enterprises, strategy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Phase 2 (Q2)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Levelupmax deploys talent engine using SOC/CIP data from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Phase 3 (Q3)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68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First 5 Arisea community instances launched (Tamil diaspora via RISE, professional networks)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Phase 4 (Q4)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546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25 Arisea instances, cross-community marketplace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Year 2: 250 Arisea instances across 50 countries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Entity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12 sovereign, profitable entities — all connected: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Frankmax</a:t>
            </a:r>
            <a:br/>
            <a:r>
              <a:t>(Revenue)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Levelupmax</a:t>
            </a:r>
            <a:br/>
            <a:r>
              <a:t>(Talent)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AgentCoders</a:t>
            </a:r>
            <a:br/>
            <a:r>
              <a:t>(Capability)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JRAS</a:t>
            </a:r>
            <a:br/>
            <a:r>
              <a:t>(Job Architecture)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3317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WGE</a:t>
            </a:r>
            <a:br/>
            <a:r>
              <a:t>(Work Governance)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317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31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LPI</a:t>
            </a:r>
            <a:br/>
            <a:r>
              <a:t>(Learning Intelligence)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UniVenture</a:t>
            </a:r>
            <a:br/>
            <a:r>
              <a:t>(Venture Cell)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0175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0175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E-AEGL</a:t>
            </a:r>
            <a:br/>
            <a:r>
              <a:t>(Governance)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0175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0175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AINEG</a:t>
            </a:r>
            <a:br/>
            <a:r>
              <a:t>(Geographic)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03320"/>
            <a:ext cx="256032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033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Marketplace</a:t>
            </a:r>
            <a:br/>
            <a:r>
              <a:t>(Distribution)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16213E"/>
                </a:solidFill>
              </a:defRPr>
            </a:pPr>
            <a:r>
              <a:t>Each entity is standalone profitable. Together they form a species.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Nobody else has mapped entropy across 100,000+ industry codes, built the deployment infrastructure, and designed the community franchise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Strategic Moats: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Classification intelligence (10K+ codes)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7-engine Tower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Arisea network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E-AEGL governance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Organism evolution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10,119 codes classified with entropy analysis (complete)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16 international classification systems integrated (complete)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Tower Control Dashboard operational (complete)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Planetary Architecture documented (complete)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Arisea Deployment Kit ready (complete)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7 documentation repos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A1A2E"/>
                </a:solidFill>
              </a:defRPr>
            </a:pPr>
            <a:r>
              <a:t>• Pipeline: 3 enterprise conversations for Sovereign Matrix licensing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$250K-500K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6213E"/>
                </a:solidFill>
              </a:defRPr>
            </a:pPr>
            <a:r>
              <a:t>data licensing + consulting + first Arisea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Year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$2M-5M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6213E"/>
                </a:solidFill>
              </a:defRPr>
            </a:pPr>
            <a:r>
              <a:t>25 Arisea instances + marketplace fees + enterprise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Year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86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$10M-25M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6213E"/>
                </a:solidFill>
              </a:defRPr>
            </a:pPr>
            <a:r>
              <a:t>250 Arisea instances + API revenue + institutional 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4560"/>
                </a:solidFill>
              </a:defRPr>
            </a:pPr>
            <a:r>
              <a:t>Year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34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A2E"/>
                </a:solidFill>
              </a:defRPr>
            </a:pPr>
            <a:r>
              <a:t>$100M+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6213E"/>
                </a:solidFill>
              </a:defRPr>
            </a:pPr>
            <a:r>
              <a:t>planetary infrastructure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94560"/>
                </a:solidFill>
              </a:defRPr>
            </a:pPr>
            <a:r>
              <a:t>Capital efficient: &lt;$50K to reach first $250K revenue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94560"/>
                </a:solidFill>
              </a:defRPr>
            </a:pPr>
            <a:r>
              <a:t>Andrew Franklin Leo — Founder &amp; Systems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• Built the entire Aureya architecture from first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• Designed the Sovereign Matrix, Tower Control, and Arisea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• Background: Enterprise technology, digital transformation, systems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94560"/>
                </a:solidFill>
              </a:defRPr>
            </a:pPr>
            <a:r>
              <a:t>Entity Operators (building):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• Frankmax Digital (revenue operations)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• Levelupmax (talent deployment)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• AgentCoders (AI capability delivery)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94560"/>
                </a:solidFill>
              </a:defRPr>
            </a:pPr>
            <a:r>
              <a:t>We are raising a strategic seed round to: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Deploy first 25 Arisea community instances ($150K)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Build API infrastructure for Sovereign Matrix ($75K)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9504"/>
            <a:ext cx="457200" cy="4572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8950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9504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Hire 3 entity operators: Frankmax, Levelupmax, AgentCoders ($175K)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11296"/>
            <a:ext cx="457200" cy="4572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1129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11296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Establish E-AEGL governance framework ($50K)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33088"/>
            <a:ext cx="457200" cy="45720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330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33088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Working capital and contingency ($50K)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16213E"/>
          </a:solidFill>
          <a:ln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33087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94560"/>
                </a:solidFill>
              </a:defRPr>
            </a:pPr>
            <a:r>
              <a:t>Total: $500K seed 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FFFFFF"/>
                </a:solidFill>
              </a:defRPr>
            </a:pPr>
            <a:r>
              <a:t>Every dollar builds permanent infrastructure. No burn without structural return.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94560"/>
                </a:solidFill>
              </a:defRPr>
            </a:pPr>
            <a:r>
              <a:t>AUREYA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The invisible infrastructure layer that coordinates civilization-scale economic activity.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94560"/>
                </a:solidFill>
              </a:defRPr>
            </a:pPr>
            <a:r>
              <a:t>Every community Aureyas. Every enterprise Aureyas. Every nation Aureyas.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solidFill>
            <a:srgbClr val="0F3460"/>
          </a:solidFill>
          <a:ln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This is not a startup. This is a planetary operating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andrew.palupillai@frankmax.digital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